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 Multi AI Agents Workflow for Stock Trading (C177)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C177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v2.0  ·  25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PhD; ACTA; DACE; Executive Programme in Algorithmic Trading (QuantInsti)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agentic AI, multi-agent systems, AI vibe coding, algorithmic trading and quantitative finance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Prerequisite check: what did you run in AI Powered Quantitative Trading Fundamentals (C728)?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Your name, your role and what you trade or analyse (stocks, ETFs, none yet).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Which AI coding assistant have you used - Claude Code, Codex, Cursor, Copilot or none?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One trading decision you would like an AI agent to help you make.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Learn by doing — try every hands-on lab.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in at the LMS-TMS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this course from your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the Courseware 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Slides (PPT/PDF), Learner Guide and Lesson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them open alongside the labs as you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Portal:  https://lms-tms.tertiaryinfotech.com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One Day, 7.5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Morning · 9:30am–12:35pm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Designing a Multi AI Agents Trading Workflow (Lab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Afternoon · 1:05pm–5:30pm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Building the Research and Decision Agents (Labs 2–5)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Execution, Performance and the Feedback Loop (Labs 6–8)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9:30am–5:30pm · 7.5 hours · 30-minute lunch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Prerequisite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AI Powered Quantitative Trading Fundamentals (C728) - the course that demonstrates this multi AI agents trading system; C177 teaches you to build it from scratch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Design the Workflow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Design a multi AI agents trading workflow: the eight agent roles, the message contract between them and a lead agent that orchestrates the 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the Research Agents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Vibe-code the research agents that gather Twelve Data candles, Yahoo Finance and Equibles company data, and Reddit and NewsAPI sentiment.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Decision and Execution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Vibe-code the decision and execution agents that formulate a strategy from trend, momentum, volatility, VWAP, RSI and MACD, generate long, short or null signals and place orders on an Alpaca paper account.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Close the Loop and Publish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Close the loop with a performance dashboard and a strategy review agent, orchestrate the full workflow and publish the project to GitHub.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You'll 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demonstrates the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build it yourself in the hands-on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with the lab's 'Test it'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Discuss and troubleshoot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Recap against the learning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Will Build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Lead Agent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Orchestrates the whole flow and writes the run summary.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Finance Research Agent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Twelve Data 1min / 15min / 1h candles, Yahoo Finance and Equibles company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News Sentiment Agent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Reddit posts and NewsAPI headlines scored into one sentiment.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Trading Strategy Agent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Merges finance and sentiment; picks or mixes trend, momentum, volatility, VWAP, RSI and MACD.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Will Build Today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Signal Generation Agent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Turns the strategy into a long, short or null signal.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Stock Trader Agent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Places the order on the Alpaca paper account.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Performance Analysis Agent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Computes return and risk metrics for the dashboard.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Strategy Review Agent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Reviews the results and updates the strategy agent's guidance.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1. Lead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Plans the run for each symbol.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2. Research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Finance Research and News Sentiment run in parallel.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3. Strategy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Votes from six algorithms, weighted with sentiment.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4. Signal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Long, short or null.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Workflow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5. Trade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Market order on Alpaca paper.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6. Performance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Return, Sharpe, drawdown, win 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7. Review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New guidance for the next run - the feedback loop.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KEY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You design the agents. The AI writes the code. The tests decide.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Every lab gives you a spec and a prompt for your AI coding assistant, then a check that proves the generated agent honours the contract.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Toolkit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Python 3.11+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Claude Code or OpenAI Codex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Git and GitHub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Twelve Data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Yahoo Finance (yfinance)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Equibles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Reddit API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NewsAPI.org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Trade and show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Alpaca paper account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Streamlit dashboard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Offline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LEARNING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Every Lab Progresses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 the agent's spec and its message contract.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Prompt your AI coding assistant with the lab prompt.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the generated code against the spec.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Run the lab's checks offline, then with your API keys.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Commit to Git before the next agent.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Designing a Multi AI Agents Trading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Agent roles · message contract · lead orchestration · the AI vibe coding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— Designing a Multi AI Agents Trading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Agentic workflow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Several specialised agents, each with one job, its own instructions and its own data tools, coordinated by a lead agent.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eight 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Lead, Finance Research, News Sentiment, Trading Strategy, Signal Generation, Stock Trader, Performance Analysis and Strategy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Message contract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agent returns one typed JSON object; the next agent reads only that object. The contract is what makes AI-written code fit together.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vibe coding 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 -&gt; prompt -&gt; generate -&gt; review -&gt; test -&gt; commit. You own the design and the checks; the coding agent writes the code.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Code computes, the LLM judges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Indicators, maths and order sizes are computed in code; the LLM chooses, weighs and explains. Every agent has a rule-based fallback.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Paper trading only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 orders go to an Alpaca PAPER account or the offline simulator. Nothing in this course is investment advice.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Hands-On Labs — Designing a Multi AI Agents Trading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527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6527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195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10195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Scaffold the Project and the Agent Message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BEFORE 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for Lab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One role per agent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Each agent has one job, its own prompt and its own data tools - easier to prompt, test and replace.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Typed contract first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messages.py before any agent: FinanceReport, SentimentReport, Strategy, TradeSignal, OrderResult, Performance,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LLM with a fallback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ask_json(system, payload, fallback, keys) returns the LLM's JSON, or the rule brain's output on any error - the workflow never stops.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Secrets stay in .env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Keys load from .env via python-dotenv; .env is git-ignored and never pasted into a prompt.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Scaffold the Project and the Agent Message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Create your own project from an empty folder with your AI coding assistant: the package layout, the .env settings, the typed message contract that every agent returns, and one ask_json() helper that calls Claude or OpenAI and falls back to a rule-based brain. Load the offline sample data so every later lab runs without API keys.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Git repository named trading-agents with trading_agents/config.py, messages.py, llm.py, store.py, data/sample.py, sample_data/, .env.example, .gitignore and a first 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3.11+, Claude Code or OpenAI Codex, Git, python-dotenv, 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Scaffold the Project and the Agent Message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project folder, a virtual environment and Git, then open your AI coding assistant in it (Claude Code: claude, Codex: codex).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trading-agents &amp;&amp; cd trading-agents
python -m venv .venv &amp;&amp; source .venv/bin/activate
git init &amp;&amp; 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Scaffold the Project and the Agent Message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the assistant to scaffold the project. Paste the prompt; let it create the files, then read every file it wrote.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a Python 3.11 package trading_agents/ with config.py (load .env with python-dotenv: OFFLINE, LLM_PROVIDER, ANTHROPIC_API_KEY, OPENAI_API_KEY, TWELVEDATA_API_KEY, EQUIBLES_API_KEY, NEWSAPI_KEY, REDDIT_CLIENT_ID, REDDIT_CLIENT_SECRET,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Scaffold the Project and the Agent Message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message contract - the single most important file in the project.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trading_agents/messages.py with TypedDicts FinanceReport, SentimentReport, Strategy, TradeSignal (signal is 'long' | 'short' | 'null', confidence 0..1), OrderResult, Performance and Review, and ALGORITHMS =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Scaffold the Project and the Agent Message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LLM helper with a rule-based fallback.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trading_agents/llm.py with ask_json(system, payload, fallback, keys) -&gt; (dict, brain). Use Anthropic when LLM_PROVIDER=anthropic, OpenAI when openai, else return fallback with brain 'rules'. Tell the model to treat market data and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Scaffold the Project and the Agent Message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Copy the course's sample data and add the offline loader and the JSON state store.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cp -r &lt;course-repo&gt;/labs/solution/sample_data .
PROMPT: Add trading_agents/data/sample.py (candles(symbol, interval) reads sample_data/&lt;SYM&gt;_&lt;interval&gt;.csv; load(name, symbol) reads sample_data/&lt;name&gt;.json) and trading_agents/store.py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Scaffold the Project and the Agent Message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Copy .env.example to .env with OFFLINE=true, run the Lab 1 check, and make your first commit.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cp .env.example .env
mkdir -p tests &amp;&amp; cp &lt;course-repo&gt;/labs/solution/tests/*.py tests/
pytest -q tests/test_lab1.py
git add -A &amp;&amp; git commit -m "Lab 1: project scaffold and agent contract"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Scaffold the Project and the Agent Message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tests/test_lab1.py passes: messages.py exposes the seven contracts and the six algorithms, and ask_json() returns the fallback with brain 'rules' when LLM_PROVIDER=none. git status shows .env is not tracked.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Recap — Designing a Multi AI Agents Trading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LO1: design the eight-agent workflow, its message contract and the LLM helper every agent 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Building the Research and Decision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Twelve Data · Yahoo Finance · Equibles · Reddit · NewsAPI · strategy algorithms ·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— Building the Research and Decision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Multi-timeframe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1-minute, 15-minute and 1-hour candles answer different questions: entry timing, intraday trend and session context.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Fundamentals and alternative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Yahoo Finance company ratios and Equibles valuation, short-interest and insider data put the price action in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Sentiment as a signal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Reddit chatter and news headlines are scored from -1 to +1; news is weighted above social posts.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Algorithm mix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Trend, momentum, volatility breakout, VWAP, RSI and MACD each vote +1, 0 or -1; the strategy agent weights the votes and the sentiment.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4438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04438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60470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047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1990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Long, short or null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signal fires only when the combined score clears the entry threshold; otherwise the agent stays out.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Hands-On Labs — Building the Research and Decision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the Finance Research Agent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the News Sentiment Agent with Reddit and NewsAPI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617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4–5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617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the Trading Strategy Agent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the Signal Generation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BEFORE 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for Lab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Three intervals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1min for entry timing, 15min for the intraday trend the indicators use, 1h for session context.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Twelve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GET https://api.twelvedata.com/time_series with symbol, interval and an 'apikey' Authorization header.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Equibles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Bearer-key REST API: /stocks/{symbol}/valuation-multiples, /short-interest and /insider-transactions.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Indicators in code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EMA 20/50, 10-bar momentum, RSI 14, MACD 12/26/9, VWAP and Bollinger bands - computed with pandas, never by the LLM.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Finance Research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Direct your assistant to build three data clients - Twelve Data (1-minute, 15-minute and 1-hour candles), Yahoo Finance (company profile and ratios through yfinance) and Equibles (valuation multiples, short interest and insider transactions) - plus the indicator module, then the Finance Research Agent that combines them into one FinanceReport.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trading_agents/data/twelvedata.py, yahoo.py, equibles.py, trading_agents/indicators.py and agents/finance_research.py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Twelve Data API, yfinance, Equibles API, pandas, Claude Code or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Finance Research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Twelve Data client.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trading_agents/data/twelvedata.py with INTERVALS=('1min','15min','1h') and candles(symbol, interval) that calls https://api.twelvedata.com/time_series (outputsize 300, order asc, header Authorization: apikey &lt;TWELVEDATA_API_KEY&gt;) and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Finance Research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Yahoo Finance and Equibles clients.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data/yahoo.py company(symbol) returning shortName, sector, marketCap, trailingPE, forwardPE, profitMargins, revenueGrowth, debtToEquity, beta and 52-week range from yfinance, and data/equibles.py company(symbol) calling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Finance Research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indicators module.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trading_agents/indicators.py with ema, rsi, macd, vwap, bollinger, snapshot(df) returning the latest close, ema_fast(20), ema_slow(50), momentum_pct(10), rsi, macd, macd_signal, vwap, bb_low, bb_high, and votes(snapshot) returning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Finance Research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agent itself.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agents/finance_research.py with NAME='finance_research' and run(symbol) -&gt; (FinanceReport, brain): fetch all three intervals, compute indicators.snapshot on the 15min candles, add Yahoo and Equibles data, build a one-line summary as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Finance Research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code, run the check offline, then live with your keys, and commit.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pytest -q tests/test_lab2.py
OFFLINE=false python -c "from trading_agents.agents import finance_research as f; print(f.run('NVDA')[0]['summary'])"
git add -A &amp;&amp; git commit -m "Lab 2: finance research agent"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Finance Research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tests/test_lab2.py passes: the report has candles for 1min, 15min and 1h, a positive last_price, an RSI value, company and Equibles data. With keys set, the live summary names the real last price.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BEFORE 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for Lab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Reddit OAuth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POST https://www.reddit.com/api/v1/access_token with grant_type=client_credentials and your app's id/secret; then call https://oauth.reddit.com with 'bearer &lt;token&gt;' and a descriptive User-Agent.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Where traders talk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Search r/stocks, r/wallstreetbets and r/investing for the symbol, newest first, past week.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NewsAPI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GET https://newsapi.org/v2/everything?q=&lt;symbol&gt; with the X-Api-Key header.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Blend, then refine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Lexicon scores give a deterministic base (news 60%, Reddit 40%); the LLM may refine the score but never leaves -1..1.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the News Sentiment Agent with Reddit and NewsAPI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Integrate the Reddit API with the OAuth application-only flow, add a NewsAPI.org client and a small finance lexicon scorer, then build the News Sentiment Agent that blends both sources into one score from -1 to +1 and lets the LLM refine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trading_agents/data/reddit.py, data/newsapi.py, trading_agents/sentiment.py and agents/news_sentiment.py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Reddit API (script app), NewsAPI.org, httpx, Claude Code or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the News Sentiment Agent with Reddit and NewsAPI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Reddit 'script' app at reddit.com/prefs/apps and put the id, secret and a User-Agent in .env.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REDDIT_CLIENT_ID=&lt;YOUR-ID&gt;
REDDIT_CLIENT_SECRET=&lt;YOUR-SECRET&gt;
REDDIT_USER_AGENT=trading-agents/1.0 by &lt;your-username&gt;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the News Sentiment Agent with Reddit and NewsAPI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Reddit integration.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trading_agents/data/reddit.py: token() gets an application-only OAuth token (client_credentials) from https://www.reddit.com/api/v1/access_token; posts(symbol) searches each subreddit in REDDIT_SUBREDDITS via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the News Sentiment Agent with Reddit and NewsAPI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NewsAPI client and the lexicon scorer.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data/newsapi.py headlines(symbol) using https://newsapi.org/v2/everything (X-Api-Key header) and trading_agents/sentiment.py with score(text) from small positive/negative finance word lists and average(texts).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the News Sentiment Agent with Reddit and NewsAPI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agent.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agents/news_sentiment.py, NAME='news_sentiment', run(symbol) -&gt; (SentimentReport, brain): score Reddit and news separately, combine 0.4*reddit + 0.6*news as the fallback score, ask_json() may refine score and summary, then clamp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the News Sentiment Agent with Reddit and NewsAPI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check offline and live, and commit.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pytest -q tests/test_lab3.py
OFFLINE=false python -c "from trading_agents.data import reddit; print(len(reddit.posts('NVDA')))"
git add -A &amp;&amp; git commit -m "Lab 3: news sentiment agent with Reddit"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the News Sentiment Agent with Reddit and NewsAPI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tests/test_lab3.py passes: score is between -1 and 1 and both Reddit posts and news articles were read. With keys set, reddit.posts('NVDA') returns recent posts from the configured subreddits.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BEFORE 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for Lab 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Six algorithms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Trend (EMA 20 vs 50), momentum (10-bar change), volatility (Bollinger breakout), VWAP (price vs VWAP), RSI (30/70 reversal) and MACD (line vs signal).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Single or mix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agent may pick one algorithm or weight several; weights are normalised to sum to 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Combined score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(1 - sentiment weight) x weighted votes + sentiment weight x sentiment score.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Guidance in, strategy out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DEFAULT_GUIDANCE (trend 0.4, MACD 0.35, RSI 0.25, threshold 0.3, sentiment weight 0.3) until the review agent writes guidance.json.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Trading Strategy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Build the agent that turns the two research reports into a strategy: the six algorithm votes come from code, the agent chooses one algorithm or a weighted mix, adds the sentiment, and reads the strategy review's guidance so the next lab's feedback loop has something to change.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agents/trading_strategy.py with DEFAULT_GUIDANCE and a combined score from -1 to +1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indicators.py votes, ask_json(), Claude Code or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Trading Strategy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agent.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agents/trading_strategy.py, NAME='trading_strategy', DEFAULT_GUIDANCE as described, and run(finance, sentiment, guidance) -&gt; (Strategy, brain). Compute votes with indicators.votes() - never ask the LLM for indicator values. Let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Trading Strategy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Review: confirm the LLM can only choose weights, never invent votes or prices.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grep -n "votes" trading_agents/agents/trading_strategy.py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Trading Strategy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Try three mixes by hand and compare the combined score.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 -c "from trading_agents.agents import finance_research as f, news_sentiment as n, trading_strategy as t; fi=f.run('AAPL')[0]; se=n.run('AAPL')[0]; [print(w, t.run(fi, se, {'weights': w})[0]['combined_score']) for w in ({'trend':1},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Trading Strategy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check and commit.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pytest -q tests/test_lab4.py
git add -A &amp;&amp; git commit -m "Lab 4: trading strategy agent"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Trading Strategy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tests/test_lab4.py passes: votes cover all six algorithms and the strategy's weights sum to 1. Changing the weights changes combined_score.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BEFORE 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for Lab 5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Threshold rule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long if score &gt;= threshold, short if score &lt;= -threshold, otherwise null.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size of the combined score, clamped to 0..1.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4438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1990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Guard the 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Any answer other than long, short or null is replaced by the rule signal.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Signal Generation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the small but critical agent that converts the combined score into exactly one signal with a confidence, using the entry threshold from the guidance, and guard against any invalid LLM answer.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agents/signal_generation.py with rule_signal() and run()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ask_json(), Claude Code or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Signal Generation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agent.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agents/signal_generation.py, NAME='signal_generation', rule_signal(score, threshold) and run(strategy) -&gt; (TradeSignal, brain) as specified; validate the LLM's signal and clamp confidence to 0..1.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Signal Generation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check and print the signals for three symbols.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pytest -q tests/test_lab5.py
python -c "from trading_agents.agents import signal_generation as s; print(s.rule_signal(0.5,0.3), s.rule_signal(-0.5,0.3), s.rule_signal(0.1,0.3))"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Signal Generation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Commit.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git add -A &amp;&amp; git commit -m "Lab 5: signal generation agent"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Signal Generation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tests/test_lab5.py passes and the three sample scores print long, short and null.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Recap — Building the Research and Decision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LO2: vibe-code an agent that gathers Twelve Data candles, Yahoo Finance and Equibles company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LO2: vibe-code the Reddit API integration and an agent that scores Reddit and news sentiment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LO3: vibe-code an agent that merges finance and sentiment into a weighted mix of trading algorithms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LO3: vibe-code an agent that turns the strategy into a long, short or null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Execution, Performance and the Feedback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Alpaca paper orders · performance metrics · strategy review · lead orchestration ·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— Execution, Performance and the Feedback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Automated paper execution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stock trader agent turns a signal into a market order on Alpaca paper: long buys, short sells short, null does nothing.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Performance metrics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Total return, Sharpe ratio, maximum drawdown and win rate measure whether the agents add value.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Feedback 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strategy review agent reads the performance and rewrites the guidance the strategy agent uses next run.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Orchestration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lead agent plans the run, runs the two research agents in parallel and the rest in sequence, and writes the summary.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4438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04438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60470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047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1990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Publish safely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Push to GitHub with .env ignored, keys in environment variables only, a README and passing tests.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Hands-On Labs — Execution, Performance and the Feedback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the Stock Trader Agent on Alpaca Paper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the Performance Analysis Agent and the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Close the Loop: Strategy Review, Lead Agent and 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for Lab 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Paper only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TradingClient(key, secret, paper=True) - the code never touches a live account.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Long, short, flip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long -&gt; buy; short -&gt; sell short; an opposite position is closed first; already in the same direction -&gt; skip.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Position sizing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Shares = equity x POSITION_PCT / price, rounded down.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Same interface offline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PaperSim keeps cash, positions and fills in state/ so the agent behaves identically without keys.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the Stock Trader Agent on Alpaca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Build the broker layer - Alpaca paper trading through alpaca-py, with an offline simulated paper broker of the same interface - and the Stock Trader Agent that sizes the position and buys, sells short, flips or stays out according to the signal.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trading_agents/broker.py (AlpacaPaper, PaperSim, get_broker) and agents/stock_trader.py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Alpaca paper trading API (alpaca-py), Claude Code or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the Stock Trader Agent on Alpaca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free Alpaca paper account, copy the paper keys into .env.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ALPACA_API_KEY=&lt;PAPER-KEY&gt;
ALPACA_SECRET_KEY=&lt;PAPER-SECRET&gt;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the Stock Trader Agent on Alpaca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broker layer.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trading_agents/broker.py with PaperSim (cash 100000, positions with avg price, mark(), position(), positions(), equity(), submit(symbol, side, qty, price) returning status and realized P&amp;L) and AlpacaPaper using alpaca-py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the Stock Trader Agent on Alpaca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agent.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agents/stock_trader.py, NAME='stock_trader', run(signal, price, broker=None) -&gt; (OrderResult, 'code'): null -&gt; no order; same direction already held -&gt; skip; otherwise close the opposite position, then buy (long) or sell short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the Stock Trader Agent on Alpaca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check offline, then place one live paper order and find it in the Alpaca dashboard.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pytest -q tests/test_lab6.py
OFFLINE=false python -c "from trading_agents.agents import stock_trader as t; print(t.run({'symbol':'SPY','signal':'long'}, 580.0)[0])"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the Stock Trader Agent on Alpaca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Commit.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git add -A &amp;&amp; git commit -m "Lab 6: stock trader agent on Alpaca paper"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the Stock Trader Agent on Alpaca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tests/test_lab6.py passes: long opens a long position, short closes it and opens a short, null places no order. The live paper order appears under Orders in the Alpaca paper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for Lab 7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Total return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Latest equity / starting equity - 1.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Sharpe ratio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Mean of per-run returns / their standard deviation x sqrt(252).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Maximum drawdown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worst fall from a running equity peak.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Win 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 of closing trades with positive realised P&amp;L.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the Performance Analysis Agent and the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Build the agent that records the equity after every run and computes total return, Sharpe ratio, maximum drawdown, win rate and trade count, then a Streamlit dashboard that runs the workflow and shows the metrics, the equity curve, the signals and the orders.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agents/performance_analysis.py (metrics() and run()) and dashboard.py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Streamlit, pandas, Claude Code or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the Performance Analysis Agent and the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agent.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agents/performance_analysis.py, NAME='performance_analysis', metrics(curve, trades) returning total_return_pct, sharpe, max_drawdown_pct, win_rate_pct and trades, and run(broker=None) that appends the equity to equity.jsonl, computes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the Performance Analysis Agent and the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dashboard.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dashboard.py in Streamlit: a symbols box and a 'Run the workflow' button, a five-metric row (equity, return, Sharpe, max drawdown, win rate) from performance.json, a line chart of equity.jsonl, and the strategy guidance from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the Performance Analysis Agent and the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check and open the dashboard.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pytest -q tests/test_lab7.py
streamlit run dashboard.py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the Performance Analysis Agent and the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Commit.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git add -A &amp;&amp; git commit -m "Lab 7: performance analysis agent and dashboard"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the Performance Analysis Agent and the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tests/test_lab7.py passes: a rising equity curve gives a positive return and zero drawdown; a fall gives a negative drawdown. The dashboard shows the five metrics after a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for Lab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 rules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With two or more trades and a negative return, raise the entry threshold by 0.05 and adjust; otherwise keep. The LLM may re-weight the algorithms.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guidance.json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review writes it; the strategy agent reads it on the next run - that is the feedback loop.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Lead orchestration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Plan -&gt; [finance research || news sentiment] -&gt; strategy -&gt; signal -&gt; trader per symbol -&gt; performance -&gt; review -&gt; summary.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Trace everything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agent call is one trace entry: agent, brain (LLM or rules) and output.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4438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04438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60470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047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1990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Publish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README with the flow diagram and set-up, .env.example but never .env, tests passing, then git push.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Close the Loop: Strategy Review, Lead Agent and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Build the Strategy Review Agent that reads the performance and rewrites the strategy guidance, and the Lead Agent that orchestrates the whole workflow - the two research agents in parallel, then strategy, signal, trade, performance and review - and summarises the run. Run it twice to watch the loop change the strategy, then push your project to your own GitHub repository.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agents/strategy_review.py, agents/lead.py, run.py, a README and a public GitHub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ThreadPoolExecutor, Git, GitHub, Claude Code or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Close the Loop: Strategy Review, Lead Agent and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review agent.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agents/strategy_review.py, NAME='strategy_review', run(performance, strategies) -&gt; (Review, brain): start from DEFAULT_GUIDANCE merged with guidance.json; if trades &gt;= 2 and total return &lt; 0 set verdict 'adjust' and raise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Close the Loop: Strategy Review, Lead Agent and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Prompt for the lead agent and the CLI.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Create agents/lead.py, NAME='lead', run(symbols) that records a plan trace entry, then for each symbol runs finance_research and news_sentiment in parallel with ThreadPoolExecutor, then trading_strategy (with guidance.json),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Close the Loop: Strategy Review, Lead Agent and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whole workflow twice and compare: the second run reads the review's guidance.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 run.py NVDA AAPL SPY
python run.py NVDA AAPL SPY
cat state/guidance.json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Close the Loop: Strategy Review, Lead Agent and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every check.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pytest -q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Close the Loop: Strategy Review, Lead Agent and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the assistant for a README, create an empty GitHub repository and push.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PROMPT › Write README.md with the eight agents, a mermaid flow diagram, set-up (venv, .env from .env.example, OFFLINE=true), how to run run.py, the dashboard and the tests.
git add -A &amp;&amp; git commit -m "Lab 8: review loop, lead agent, README"
git … (full text in the lab README)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Close the Loop: Strategy Review, Lead Agent and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pytest -q passes every check; the trace lists lead, finance_research, news_sentiment, trading_strategy, signal_generation, stock_trader, performance_analysis, strategy_review and lead; the second run's strategy uses the threshold in guidance.json; your repository is on GitHub without a .env file.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Recap — Execution, Performance and the Feedback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LO3: vibe-code an agent that places long and short market orders on an Alpaca paper account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LO4: vibe-code an agent that computes return and risk metrics and a dashboard that shows them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LO4: vibe-code the strategy review feedback loop and the lead agent, then publish the project to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Design the Workflow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Design a multi AI agents trading workflow: the eight agent roles, the message contract between them and a lead agent that orchestrates the 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the Research Agents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Vibe-code the research agents that gather Twelve Data candles, Yahoo Finance and Equibles company data, and Reddit and NewsAPI sentiment.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Decision and Execution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Vibe-code the decision and execution agents that formulate a strategy from trend, momentum, volatility, VWAP, RSI and MACD, generate long, short or null signals and place orders on an Alpaca paper account.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Close the Loop and Publish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Close the loop with a performance dashboard and a strategy review agent, orchestrate the full workflow and publish the project to GitHub.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Continuing Your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Compare your agents with the multi AI agents system demonstrated in the prerequisite course C728.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Add a risk-management agent and backtest the workflow before any live 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Schedule the lead agent to run every 15 minutes during the US session on paper.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 After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Re-run the labs on your own machine — repetition is what makes the skills stick.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the techniques to a real process or project in your own organisation.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Your course material stays available at https://lms-tms.tertiaryinfotech.com/.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Explore the follow-on courses at www.tertiarycourses.com.sg.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THANK YOU FOR ATTENDING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built a self-improving multi AI agents trading workflow from scratch and published it on GitHub.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 Multi AI Agents Workflow for Stock Trading (C177)  ·  C177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